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نهر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العرض الفني والمالي لبرنامج تمكين الموظفين بالذكاء الاصطناعي وأنظمة العمل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الملخص التنفيذي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[فقرة ثابتة + تخصيص حسب العميل]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الاحتياج: [CLIENT_NEED]</a:t>
            </a:r>
          </a:p>
          <a:p>
            <a:pPr algn="r">
              <a:defRPr sz="1900">
                <a:latin typeface="Arial"/>
              </a:defRPr>
            </a:pPr>
            <a:r>
              <a:t>الفئة المستهدفة: [LEVELS]</a:t>
            </a:r>
          </a:p>
          <a:p>
            <a:pPr algn="r">
              <a:defRPr sz="1900">
                <a:latin typeface="Arial"/>
              </a:defRPr>
            </a:pPr>
            <a:r>
              <a:t>النتيجة المطلوبة: [OUTCOME]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نبذة عن نهر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منظومة تدريب وتمكين تجمع بين التعلم العملي والأنظمة الداخلية.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فهم احتياج العميل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يتم تعبئته من نموذج الاحتياج واجتماع التشخيص.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القطاع: [SECTOR]</a:t>
            </a:r>
          </a:p>
          <a:p>
            <a:pPr algn="r">
              <a:defRPr sz="1900">
                <a:latin typeface="Arial"/>
              </a:defRPr>
            </a:pPr>
            <a:r>
              <a:t>عدد الموظفين: [EMPLOYEES]</a:t>
            </a:r>
          </a:p>
          <a:p>
            <a:pPr algn="r">
              <a:defRPr sz="1900">
                <a:latin typeface="Arial"/>
              </a:defRPr>
            </a:pPr>
            <a:r>
              <a:t>التحديات: [CHALLENGES]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الوضع الحالي As-Is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تحليل مختصر للفجوات الحالية.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[AS_IS_1]</a:t>
            </a:r>
          </a:p>
          <a:p>
            <a:pPr algn="r">
              <a:defRPr sz="1900">
                <a:latin typeface="Arial"/>
              </a:defRPr>
            </a:pPr>
            <a:r>
              <a:t>[AS_IS_2]</a:t>
            </a:r>
          </a:p>
          <a:p>
            <a:pPr algn="r">
              <a:defRPr sz="1900">
                <a:latin typeface="Arial"/>
              </a:defRPr>
            </a:pPr>
            <a:r>
              <a:t>[AS_IS_3]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الوضع المأمول To-Be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الصورة المستهدفة بعد البرنامج.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استخدام عملي وآمن لأدوات AI</a:t>
            </a:r>
          </a:p>
          <a:p>
            <a:pPr algn="r">
              <a:defRPr sz="1900">
                <a:latin typeface="Arial"/>
              </a:defRPr>
            </a:pPr>
            <a:r>
              <a:t>قوالب وتقارير موحدة</a:t>
            </a:r>
          </a:p>
          <a:p>
            <a:pPr algn="r">
              <a:defRPr sz="1900">
                <a:latin typeface="Arial"/>
              </a:defRPr>
            </a:pPr>
            <a:r>
              <a:t>متابعة وتشغيل أوضح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نطاق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مساران: التدريب + تطوير الأنظمة.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ورش عملية</a:t>
            </a:r>
          </a:p>
          <a:p>
            <a:pPr algn="r">
              <a:defRPr sz="1900">
                <a:latin typeface="Arial"/>
              </a:defRPr>
            </a:pPr>
            <a:r>
              <a:t>تمارين وتطبيقات</a:t>
            </a:r>
          </a:p>
          <a:p>
            <a:pPr algn="r">
              <a:defRPr sz="1900">
                <a:latin typeface="Arial"/>
              </a:defRPr>
            </a:pPr>
            <a:r>
              <a:t>SOPs وقوالب</a:t>
            </a:r>
          </a:p>
          <a:p>
            <a:pPr algn="r">
              <a:defRPr sz="1900">
                <a:latin typeface="Arial"/>
              </a:defRPr>
            </a:pPr>
            <a:r>
              <a:t>Dashboards / Prompt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المنهجية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نفهم → نحلل → نصمم → ننفذ → نطبق → نقيس → نسلّم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المخرجات المتوقعة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للأفراد والمنظمة.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رفع الإنتاجية</a:t>
            </a:r>
          </a:p>
          <a:p>
            <a:pPr algn="r">
              <a:defRPr sz="1900">
                <a:latin typeface="Arial"/>
              </a:defRPr>
            </a:pPr>
            <a:r>
              <a:t>تحسين جودة التقارير</a:t>
            </a:r>
          </a:p>
          <a:p>
            <a:pPr algn="r">
              <a:defRPr sz="1900">
                <a:latin typeface="Arial"/>
              </a:defRPr>
            </a:pPr>
            <a:r>
              <a:t>توحيد طريقة العمل</a:t>
            </a:r>
          </a:p>
          <a:p>
            <a:pPr algn="r">
              <a:defRPr sz="1900">
                <a:latin typeface="Arial"/>
              </a:defRPr>
            </a:pPr>
            <a:r>
              <a:t>تقرير ختامي بالتوصيات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الجدول الزمني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[TIMELINE]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العرض المالي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يتم توليده من حاسبة التسعير.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رسوم التصميم والتحليل</a:t>
            </a:r>
          </a:p>
          <a:p>
            <a:pPr algn="r">
              <a:defRPr sz="1900">
                <a:latin typeface="Arial"/>
              </a:defRPr>
            </a:pPr>
            <a:r>
              <a:t>التدريب</a:t>
            </a:r>
          </a:p>
          <a:p>
            <a:pPr algn="r">
              <a:defRPr sz="1900">
                <a:latin typeface="Arial"/>
              </a:defRPr>
            </a:pPr>
            <a:r>
              <a:t>سعر المشاركين</a:t>
            </a:r>
          </a:p>
          <a:p>
            <a:pPr algn="r">
              <a:defRPr sz="1900">
                <a:latin typeface="Arial"/>
              </a:defRPr>
            </a:pPr>
            <a:r>
              <a:t>تطوير الأنظمة</a:t>
            </a:r>
          </a:p>
          <a:p>
            <a:pPr algn="r">
              <a:defRPr sz="1900">
                <a:latin typeface="Arial"/>
              </a:defRPr>
            </a:pPr>
            <a:r>
              <a:t>الدعم والضريبة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قصص النجاح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هنا توضع صور العملاء والشهادات لاحقًا.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900">
                <a:latin typeface="Arial"/>
              </a:defRPr>
            </a:pPr>
            <a:r>
              <a:t>مكان صورة / شعار عميل</a:t>
            </a:r>
          </a:p>
          <a:p>
            <a:pPr algn="r">
              <a:defRPr sz="1900">
                <a:latin typeface="Arial"/>
              </a:defRPr>
            </a:pPr>
            <a:r>
              <a:t>مكان قصة نجاح</a:t>
            </a:r>
          </a:p>
          <a:p>
            <a:pPr algn="r">
              <a:defRPr sz="1900">
                <a:latin typeface="Arial"/>
              </a:defRPr>
            </a:pPr>
            <a:r>
              <a:t>مكان نتيجة قابلة للقياس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400" b="1">
                <a:latin typeface="Arial"/>
              </a:defRPr>
            </a:pPr>
            <a:r>
              <a:t>الخطوات التالية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اعتماد النطاق ثم اجتماع المواءمة ثم البدء.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